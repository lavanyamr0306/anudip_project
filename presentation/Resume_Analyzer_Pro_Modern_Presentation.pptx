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 snapToGrid="1" snapToObjects="1"/>
  </p:slideViewPr>
  <p:notesTextViewPr/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Tex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dern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indent="0">
        <a:defRPr sz="2000"/>
      </a:lvl1pPr>
    </p:bodyStyle>
    <p:otherStyle>
      <a:defPPr>
        <a:defRPr sz="1800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Glow Left 1"/>
          <p:cNvSpPr/>
          <p:nvPr/>
        </p:nvSpPr>
        <p:spPr>
          <a:xfrm>
            <a:off x="300000" y="800000"/>
            <a:ext cx="2200000" cy="220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Bar 1"/>
          <p:cNvSpPr/>
          <p:nvPr/>
        </p:nvSpPr>
        <p:spPr>
          <a:xfrm>
            <a:off x="760000" y="1680000"/>
            <a:ext cx="1000000" cy="7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Main Title 1"/>
          <p:cNvSpPr txBox="1"/>
          <p:nvPr/>
        </p:nvSpPr>
        <p:spPr>
          <a:xfrm>
            <a:off x="760000" y="1100000"/>
            <a:ext cx="70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600" b="1">
                <a:solidFill>
                  <a:srgbClr val="F8FAFC"/>
                </a:solidFill>
              </a:rPr>
              <a:t>Resume Analyzer Pro</a:t>
            </a:r>
            <a:endParaRPr lang="en-US" sz="3600"/>
          </a:p>
        </p:txBody>
      </p:sp>
      <p:sp>
        <p:nvSpPr>
          <p:cNvPr id="5" name="Subtitle 1"/>
          <p:cNvSpPr txBox="1"/>
          <p:nvPr/>
        </p:nvSpPr>
        <p:spPr>
          <a:xfrm>
            <a:off x="760000" y="19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200">
                <a:solidFill>
                  <a:srgbClr val="64D2FF"/>
                </a:solidFill>
              </a:rPr>
              <a:t>Automated Resume Analyzer with Job Fit Scoring System</a:t>
            </a:r>
            <a:endParaRPr lang="en-US" sz="2200"/>
          </a:p>
        </p:txBody>
      </p:sp>
      <p:sp>
        <p:nvSpPr>
          <p:cNvPr id="6" name="Meta 1"/>
          <p:cNvSpPr txBox="1"/>
          <p:nvPr/>
        </p:nvSpPr>
        <p:spPr>
          <a:xfrm>
            <a:off x="760000" y="2800000"/>
            <a:ext cx="70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1900">
                <a:solidFill>
                  <a:srgbClr val="CBD5E1"/>
                </a:solidFill>
              </a:rPr>
              <a:t>Presented by: Lavanya M R</a:t>
            </a:r>
            <a:endParaRPr lang="en-US" sz="1900"/>
          </a:p>
          <a:p>
            <a:r>
              <a:rPr lang="en-US" sz="1900">
                <a:solidFill>
                  <a:srgbClr val="CBD5E1"/>
                </a:solidFill>
              </a:rPr>
              <a:t>Roll Number: [Add Roll Number]</a:t>
            </a:r>
            <a:endParaRPr lang="en-US" sz="1900"/>
          </a:p>
          <a:p>
            <a:r>
              <a:rPr lang="en-US" sz="1900">
                <a:solidFill>
                  <a:srgbClr val="CBD5E1"/>
                </a:solidFill>
              </a:rPr>
              <a:t>Department: [Add Department]</a:t>
            </a:r>
            <a:endParaRPr lang="en-US" sz="1900"/>
          </a:p>
          <a:p>
            <a:r>
              <a:rPr lang="en-US" sz="1900">
                <a:solidFill>
                  <a:srgbClr val="CBD5E1"/>
                </a:solidFill>
              </a:rPr>
              <a:t>College: Sai Vidya Institute of Technology</a:t>
            </a:r>
            <a:endParaRPr lang="en-US" sz="1900"/>
          </a:p>
          <a:p>
            <a:r>
              <a:rPr lang="en-US" sz="1900">
                <a:solidFill>
                  <a:srgbClr val="CBD5E1"/>
                </a:solidFill>
              </a:rPr>
              <a:t>Guide: [Add Guide Name]</a:t>
            </a:r>
            <a:endParaRPr lang="en-US" sz="1900"/>
          </a:p>
          <a:p>
            <a:r>
              <a:rPr lang="en-US" sz="1900">
                <a:solidFill>
                  <a:srgbClr val="CBD5E1"/>
                </a:solidFill>
              </a:rPr>
              <a:t>Date: 19 April 2026</a:t>
            </a:r>
            <a:endParaRPr lang="en-US" sz="1900"/>
          </a:p>
        </p:txBody>
      </p:sp>
      <p:sp>
        <p:nvSpPr>
          <p:cNvPr id="7" name="Accent Block 1"/>
          <p:cNvSpPr/>
          <p:nvPr/>
        </p:nvSpPr>
        <p:spPr>
          <a:xfrm>
            <a:off x="7920000" y="1050000"/>
            <a:ext cx="600000" cy="60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Accent Bar 2"/>
          <p:cNvSpPr/>
          <p:nvPr/>
        </p:nvSpPr>
        <p:spPr>
          <a:xfrm>
            <a:off x="1200000" y="2500000"/>
            <a:ext cx="6744000" cy="8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2"/>
          <p:cNvSpPr txBox="1"/>
          <p:nvPr/>
        </p:nvSpPr>
        <p:spPr>
          <a:xfrm>
            <a:off x="1200000" y="1800000"/>
            <a:ext cx="6744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600" b="1">
                <a:solidFill>
                  <a:srgbClr val="F8FAFC"/>
                </a:solidFill>
              </a:rPr>
              <a:t>Introduction</a:t>
            </a:r>
            <a:endParaRPr lang="en-US" sz="3600"/>
          </a:p>
        </p:txBody>
      </p:sp>
      <p:sp>
        <p:nvSpPr>
          <p:cNvPr id="4" name="Subtitle 2"/>
          <p:cNvSpPr txBox="1"/>
          <p:nvPr/>
        </p:nvSpPr>
        <p:spPr>
          <a:xfrm>
            <a:off x="1200000" y="2850000"/>
            <a:ext cx="6744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200">
                <a:solidFill>
                  <a:srgbClr val="CBD5E1"/>
                </a:solidFill>
              </a:rPr>
              <a:t>Project Overview and Need</a:t>
            </a:r>
            <a:endParaRPr 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3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3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3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Introduction</a:t>
            </a:r>
            <a:endParaRPr lang="en-US" sz="2800"/>
          </a:p>
        </p:txBody>
      </p:sp>
      <p:sp>
        <p:nvSpPr>
          <p:cNvPr id="5" name="Body 3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Resume Analyzer Pro is a web-based application for analyzing resumes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against job descriptions.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It measures resume-job fit using keyword match, tracked skill match,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and completeness score.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system identifies matched skills, missing skills,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recommended job roles.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It is useful for students, job seekers, and placement support teams.</a:t>
            </a:r>
            <a:endParaRPr lang="en-US" sz="2000"/>
          </a:p>
        </p:txBody>
      </p:sp>
      <p:sp>
        <p:nvSpPr>
          <p:cNvPr id="6" name="Accent Block 3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4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4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4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Problem Statement</a:t>
            </a:r>
            <a:endParaRPr lang="en-US" sz="2800"/>
          </a:p>
        </p:txBody>
      </p:sp>
      <p:sp>
        <p:nvSpPr>
          <p:cNvPr id="5" name="Body 4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Candidates often do not know whether their resumes match a target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role before applying.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Manual resume review is slow, repetitive, and inconsistent.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Existing tools often provide generic feedback or unclear scoring.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Users need fast, clear, and actionable resume analysis.</a:t>
            </a:r>
            <a:endParaRPr lang="en-US" sz="2000"/>
          </a:p>
        </p:txBody>
      </p:sp>
      <p:sp>
        <p:nvSpPr>
          <p:cNvPr id="6" name="Accent Block 4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5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5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5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Objectives</a:t>
            </a:r>
            <a:endParaRPr lang="en-US" sz="2800"/>
          </a:p>
        </p:txBody>
      </p:sp>
      <p:sp>
        <p:nvSpPr>
          <p:cNvPr id="5" name="Body 5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Build a web application for resume analysis against a job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description.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Support both file upload and pasted resume text.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Generate keyword match, skill match, completeness, and final score.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Recommend suitable job roles based on analysis results.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Provide history tracking, PDF export, and admin monitoring.</a:t>
            </a:r>
            <a:endParaRPr lang="en-US" sz="2000"/>
          </a:p>
        </p:txBody>
      </p:sp>
      <p:sp>
        <p:nvSpPr>
          <p:cNvPr id="6" name="Accent Block 5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6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6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6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Scope of the Project</a:t>
            </a:r>
            <a:endParaRPr lang="en-US" sz="2800"/>
          </a:p>
        </p:txBody>
      </p:sp>
      <p:sp>
        <p:nvSpPr>
          <p:cNvPr id="5" name="Body 6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Covers registration, login, resume submission, score generation,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result storage, and PDF reports.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Includes an admin module for user review, locking, unlocking,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deletion.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Supports rule-based recommendation using a technical skills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inventory.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Does not include semantic AI matching, external job portals, or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production-scale cloud deployment.</a:t>
            </a:r>
            <a:endParaRPr lang="en-US" sz="2000"/>
          </a:p>
        </p:txBody>
      </p:sp>
      <p:sp>
        <p:nvSpPr>
          <p:cNvPr id="6" name="Accent Block 6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7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7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7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Literature Review</a:t>
            </a:r>
            <a:endParaRPr lang="en-US" sz="2800"/>
          </a:p>
        </p:txBody>
      </p:sp>
      <p:sp>
        <p:nvSpPr>
          <p:cNvPr id="5" name="Body 7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Spring Boot documentation supports rapid enterprise Java application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development.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Thymeleaf supports server-side HTML rendering for web applications.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Apache Tika enables text extraction from PDF and document files.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Many ATS systems focus mostly on keyword filtering with limited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transparency.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This project combines extraction, scoring, storage,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administration in one platform.</a:t>
            </a:r>
            <a:endParaRPr lang="en-US" sz="2000"/>
          </a:p>
        </p:txBody>
      </p:sp>
      <p:sp>
        <p:nvSpPr>
          <p:cNvPr id="6" name="Accent Block 7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8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8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8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Existing System</a:t>
            </a:r>
            <a:endParaRPr lang="en-US" sz="2800"/>
          </a:p>
        </p:txBody>
      </p:sp>
      <p:sp>
        <p:nvSpPr>
          <p:cNvPr id="5" name="Body 8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Resume checking is usually manual or spread across disconnected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tools.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Many systems provide only generic tips or a single opaque score.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Previous approaches rarely maintain structured analysis history.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Administrative monitoring is often absent in small academic tools.</a:t>
            </a:r>
            <a:endParaRPr lang="en-US" sz="2000"/>
          </a:p>
        </p:txBody>
      </p:sp>
      <p:sp>
        <p:nvSpPr>
          <p:cNvPr id="6" name="Accent Block 8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9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9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9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Proposed System</a:t>
            </a:r>
            <a:endParaRPr lang="en-US" sz="2800"/>
          </a:p>
        </p:txBody>
      </p:sp>
      <p:sp>
        <p:nvSpPr>
          <p:cNvPr id="5" name="Body 9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A centralized web application automates resume screening and job-fit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scoring.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system accepts uploaded resumes or pasted text and compares them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with a job description.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It displays final score, matched skills, missing skills,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recommended roles.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It also stores history, exports PDF reports, and supports admin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review.</a:t>
            </a:r>
            <a:endParaRPr lang="en-US" sz="2000"/>
          </a:p>
        </p:txBody>
      </p:sp>
      <p:sp>
        <p:nvSpPr>
          <p:cNvPr id="6" name="Accent Block 9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Accent Bar 10"/>
          <p:cNvSpPr/>
          <p:nvPr/>
        </p:nvSpPr>
        <p:spPr>
          <a:xfrm>
            <a:off x="1200000" y="2500000"/>
            <a:ext cx="6744000" cy="8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0"/>
          <p:cNvSpPr txBox="1"/>
          <p:nvPr/>
        </p:nvSpPr>
        <p:spPr>
          <a:xfrm>
            <a:off x="1200000" y="1800000"/>
            <a:ext cx="6744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600" b="1">
                <a:solidFill>
                  <a:srgbClr val="F8FAFC"/>
                </a:solidFill>
              </a:rPr>
              <a:t>Architecture</a:t>
            </a:r>
            <a:endParaRPr lang="en-US" sz="3600"/>
          </a:p>
        </p:txBody>
      </p:sp>
      <p:sp>
        <p:nvSpPr>
          <p:cNvPr id="4" name="Subtitle 10"/>
          <p:cNvSpPr txBox="1"/>
          <p:nvPr/>
        </p:nvSpPr>
        <p:spPr>
          <a:xfrm>
            <a:off x="1200000" y="2850000"/>
            <a:ext cx="6744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200">
                <a:solidFill>
                  <a:srgbClr val="CBD5E1"/>
                </a:solidFill>
              </a:rPr>
              <a:t>System Design and Workflow</a:t>
            </a: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1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1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System Architecture</a:t>
            </a:r>
            <a:endParaRPr lang="en-US" sz="2800"/>
          </a:p>
        </p:txBody>
      </p:sp>
      <p:sp>
        <p:nvSpPr>
          <p:cNvPr id="5" name="Body 11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User and admin interact through Thymeleaf-based pages.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Controllers route requests to service classes.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Service layer handles parsing, scoring, recommendation, and report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generation.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Repositories persist users, resumes, and analyses into MySQL.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Apache Tika extracts content from uploaded files before analysis.</a:t>
            </a:r>
            <a:endParaRPr lang="en-US" sz="2000"/>
          </a:p>
        </p:txBody>
      </p:sp>
      <p:sp>
        <p:nvSpPr>
          <p:cNvPr id="6" name="Accent Block 11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2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2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2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Architecture Components</a:t>
            </a:r>
            <a:endParaRPr lang="en-US" sz="2800"/>
          </a:p>
        </p:txBody>
      </p:sp>
      <p:sp>
        <p:nvSpPr>
          <p:cNvPr id="5" name="Body 12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AuthController manages registration, login, logout, and role-based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redirects.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ResumeController handles analysis flow, history loading, and PDF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download.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AdminController manages user records and analysis review.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ResumeService and UserService implement business logic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validation.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JPA repositories connect the service layer to the database.</a:t>
            </a:r>
            <a:endParaRPr lang="en-US" sz="2000"/>
          </a:p>
        </p:txBody>
      </p:sp>
      <p:sp>
        <p:nvSpPr>
          <p:cNvPr id="6" name="Accent Block 12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3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3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3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Methodology</a:t>
            </a:r>
            <a:endParaRPr lang="en-US" sz="2800"/>
          </a:p>
        </p:txBody>
      </p:sp>
      <p:sp>
        <p:nvSpPr>
          <p:cNvPr id="5" name="Body 13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Collect resume input from uploaded file or pasted text.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Extract content using Apache Tika when a file is uploaded.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Normalize resume text and job description.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Calculate keyword match, tracked skills score, and completeness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score.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Generate final score, derive status, save analysis, and display the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result.</a:t>
            </a:r>
            <a:endParaRPr lang="en-US" sz="2000"/>
          </a:p>
        </p:txBody>
      </p:sp>
      <p:sp>
        <p:nvSpPr>
          <p:cNvPr id="6" name="Accent Block 13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4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4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4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Technologies Used</a:t>
            </a:r>
            <a:endParaRPr lang="en-US" sz="2800"/>
          </a:p>
        </p:txBody>
      </p:sp>
      <p:sp>
        <p:nvSpPr>
          <p:cNvPr id="5" name="Body 14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Java for core application development.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Spring Boot 3.2.0 for backend framework and MVC.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Thymeleaf, HTML, and CSS for frontend rendering.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MySQL with Spring Data JPA and Hibernate for persistence.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Apache Tika for parsing documents and iText for PDF generation.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Maven, Git, and GitHub for build and version control.</a:t>
            </a:r>
            <a:endParaRPr lang="en-US" sz="2000"/>
          </a:p>
        </p:txBody>
      </p:sp>
      <p:sp>
        <p:nvSpPr>
          <p:cNvPr id="6" name="Accent Block 14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5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5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5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Database Design</a:t>
            </a:r>
            <a:endParaRPr lang="en-US" sz="2800"/>
          </a:p>
        </p:txBody>
      </p:sp>
      <p:sp>
        <p:nvSpPr>
          <p:cNvPr id="5" name="Body 15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User entity stores name, email, password, role, and locked status.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Resume entity stores file name, extracted content, score, and linked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user.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Analysis entity stores final score, score breakdown, status,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insight, job description, and timestamp.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Additional tables store matched skills, missing skills,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recommended jobs.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design supports one-to-many relationships between user, resumes,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and analyses.</a:t>
            </a:r>
            <a:endParaRPr lang="en-US" sz="2000"/>
          </a:p>
        </p:txBody>
      </p:sp>
      <p:sp>
        <p:nvSpPr>
          <p:cNvPr id="6" name="Accent Block 15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6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6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6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Implementation</a:t>
            </a:r>
            <a:endParaRPr lang="en-US" sz="2800"/>
          </a:p>
        </p:txBody>
      </p:sp>
      <p:sp>
        <p:nvSpPr>
          <p:cNvPr id="5" name="Body 16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Built authentication for both users and admins.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Added resume submission using file upload and direct text input.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Implemented score calculation, skill matching, and role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recommendation logic.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Stored analysis history with timestamps and user mapping.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Generated downloadable PDF reports and admin monitoring pages.</a:t>
            </a:r>
            <a:endParaRPr lang="en-US" sz="2000"/>
          </a:p>
        </p:txBody>
      </p:sp>
      <p:sp>
        <p:nvSpPr>
          <p:cNvPr id="6" name="Accent Block 16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Accent Bar 17"/>
          <p:cNvSpPr/>
          <p:nvPr/>
        </p:nvSpPr>
        <p:spPr>
          <a:xfrm>
            <a:off x="1200000" y="2500000"/>
            <a:ext cx="6744000" cy="8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7"/>
          <p:cNvSpPr txBox="1"/>
          <p:nvPr/>
        </p:nvSpPr>
        <p:spPr>
          <a:xfrm>
            <a:off x="1200000" y="1800000"/>
            <a:ext cx="6744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600" b="1">
                <a:solidFill>
                  <a:srgbClr val="F8FAFC"/>
                </a:solidFill>
              </a:rPr>
              <a:t>Features</a:t>
            </a:r>
            <a:endParaRPr lang="en-US" sz="3600"/>
          </a:p>
        </p:txBody>
      </p:sp>
      <p:sp>
        <p:nvSpPr>
          <p:cNvPr id="4" name="Subtitle 17"/>
          <p:cNvSpPr txBox="1"/>
          <p:nvPr/>
        </p:nvSpPr>
        <p:spPr>
          <a:xfrm>
            <a:off x="1200000" y="2850000"/>
            <a:ext cx="6744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200">
                <a:solidFill>
                  <a:srgbClr val="CBD5E1"/>
                </a:solidFill>
              </a:rPr>
              <a:t>User and Admin Modules</a:t>
            </a:r>
            <a:endParaRPr lang="en-US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8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8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8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User Features</a:t>
            </a:r>
            <a:endParaRPr lang="en-US" sz="2800"/>
          </a:p>
        </p:txBody>
      </p:sp>
      <p:sp>
        <p:nvSpPr>
          <p:cNvPr id="5" name="Body 18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Register and log in to the application.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Upload a resume or paste resume text.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Enter job description and receive score-based analysis.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View matched skills, missing skills, and recommended job roles.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Download analysis as PDF and revisit saved history.</a:t>
            </a:r>
            <a:endParaRPr lang="en-US" sz="2000"/>
          </a:p>
        </p:txBody>
      </p:sp>
      <p:sp>
        <p:nvSpPr>
          <p:cNvPr id="6" name="Accent Block 18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19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19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19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Admin Features</a:t>
            </a:r>
            <a:endParaRPr lang="en-US" sz="2800"/>
          </a:p>
        </p:txBody>
      </p:sp>
      <p:sp>
        <p:nvSpPr>
          <p:cNvPr id="5" name="Body 19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View all users and all generated analyses.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Inspect a selected user's resumes and analysis history.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Open detailed analysis pages for review.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Lock or unlock accounts to control access.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Delete a user and related resume or analysis records.</a:t>
            </a:r>
            <a:endParaRPr lang="en-US" sz="2000"/>
          </a:p>
        </p:txBody>
      </p:sp>
      <p:sp>
        <p:nvSpPr>
          <p:cNvPr id="6" name="Accent Block 19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20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20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20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Results / Output</a:t>
            </a:r>
            <a:endParaRPr lang="en-US" sz="2800"/>
          </a:p>
        </p:txBody>
      </p:sp>
      <p:sp>
        <p:nvSpPr>
          <p:cNvPr id="5" name="Body 20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Dashboard displays final score, keyword score, skill score,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completeness score.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system highlights matched skills, missing skills,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recommended roles.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Users can compare progress through stored analysis history.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PDF reports provide portable analysis summaries.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Admin dashboard provides supervision and user-level visibility.</a:t>
            </a:r>
            <a:endParaRPr lang="en-US" sz="2000"/>
          </a:p>
        </p:txBody>
      </p:sp>
      <p:sp>
        <p:nvSpPr>
          <p:cNvPr id="6" name="Accent Block 20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21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21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21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Advantages</a:t>
            </a:r>
            <a:endParaRPr lang="en-US" sz="2800"/>
          </a:p>
        </p:txBody>
      </p:sp>
      <p:sp>
        <p:nvSpPr>
          <p:cNvPr id="5" name="Body 21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Fast and easy resume evaluation.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Clear and transparent score breakdown.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Supports both uploaded files and direct text input.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Stores history for repeated improvement.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Includes admin control and PDF export.</a:t>
            </a:r>
            <a:endParaRPr lang="en-US" sz="2000"/>
          </a:p>
        </p:txBody>
      </p:sp>
      <p:sp>
        <p:nvSpPr>
          <p:cNvPr id="6" name="Accent Block 21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22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22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22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Limitations</a:t>
            </a:r>
            <a:endParaRPr lang="en-US" sz="2800"/>
          </a:p>
        </p:txBody>
      </p:sp>
      <p:sp>
        <p:nvSpPr>
          <p:cNvPr id="5" name="Body 22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Current matching logic is mainly keyword-based.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It does not fully capture semantic meaning of resume content.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Password security can be improved for production use.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recommendation engine depends on predefined skills and rules.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There is no direct integration with external job platforms.</a:t>
            </a:r>
            <a:endParaRPr lang="en-US" sz="2000"/>
          </a:p>
        </p:txBody>
      </p:sp>
      <p:sp>
        <p:nvSpPr>
          <p:cNvPr id="6" name="Accent Block 22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23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23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23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Future Scope</a:t>
            </a:r>
            <a:endParaRPr lang="en-US" sz="2800"/>
          </a:p>
        </p:txBody>
      </p:sp>
      <p:sp>
        <p:nvSpPr>
          <p:cNvPr id="5" name="Body 23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Add AI-based semantic analysis for stronger matching.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Improve security with password hashing and stronger authorization.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Integrate external job portal APIs.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Add resume rewriting suggestions and richer analytics.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Support cloud deployment and advanced recruiter workflows.</a:t>
            </a:r>
            <a:endParaRPr lang="en-US" sz="2000"/>
          </a:p>
        </p:txBody>
      </p:sp>
      <p:sp>
        <p:nvSpPr>
          <p:cNvPr id="6" name="Accent Block 23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24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24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24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Conclusion</a:t>
            </a:r>
            <a:endParaRPr lang="en-US" sz="2800"/>
          </a:p>
        </p:txBody>
      </p:sp>
      <p:sp>
        <p:nvSpPr>
          <p:cNvPr id="5" name="Body 24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Resume Analyzer Pro solves a practical resume-job fit problem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through a full-stack web platform.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project combines parsing, scoring, persistence, reporting, and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administration in one system.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It provides meaningful feedback for resume improvement and academic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demonstration.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The current system is a strong foundation for future enhancement.</a:t>
            </a:r>
            <a:endParaRPr lang="en-US" sz="2000"/>
          </a:p>
        </p:txBody>
      </p:sp>
      <p:sp>
        <p:nvSpPr>
          <p:cNvPr id="6" name="Accent Block 24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0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op Band 25"/>
          <p:cNvSpPr/>
          <p:nvPr/>
        </p:nvSpPr>
        <p:spPr>
          <a:xfrm>
            <a:off x="0" y="0"/>
            <a:ext cx="9144000" cy="720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 Line 25"/>
          <p:cNvSpPr/>
          <p:nvPr/>
        </p:nvSpPr>
        <p:spPr>
          <a:xfrm>
            <a:off x="540000" y="1040000"/>
            <a:ext cx="1500000" cy="5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 25"/>
          <p:cNvSpPr txBox="1"/>
          <p:nvPr/>
        </p:nvSpPr>
        <p:spPr>
          <a:xfrm>
            <a:off x="540000" y="300000"/>
            <a:ext cx="7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800" b="1">
                <a:solidFill>
                  <a:srgbClr val="F8FAFC"/>
                </a:solidFill>
              </a:rPr>
              <a:t>References</a:t>
            </a:r>
            <a:endParaRPr lang="en-US" sz="2800"/>
          </a:p>
        </p:txBody>
      </p:sp>
      <p:sp>
        <p:nvSpPr>
          <p:cNvPr id="5" name="Body 25"/>
          <p:cNvSpPr txBox="1"/>
          <p:nvPr/>
        </p:nvSpPr>
        <p:spPr>
          <a:xfrm>
            <a:off x="740000" y="1350000"/>
            <a:ext cx="7600000" cy="4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000">
                <a:solidFill>
                  <a:srgbClr val="CBD5E1"/>
                </a:solidFill>
              </a:rPr>
              <a:t>• Frameworks: Spring Boot Documentation, Thymeleaf Documentation,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Spring Data JPA Documentation.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Tools: Maven Documentation, MySQL Documentation, GitHub project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repository.</a:t>
            </a:r>
            <a:endParaRPr lang="en-US" sz="2000"/>
          </a:p>
          <a:p>
            <a:r>
              <a:rPr lang="en-US" sz="2000">
                <a:solidFill>
                  <a:srgbClr val="CBD5E1"/>
                </a:solidFill>
              </a:rPr>
              <a:t>• Libraries: Apache Tika Documentation, iText PDF Documentation.</a:t>
            </a:r>
            <a:endParaRPr lang="en-US" sz="2000"/>
          </a:p>
        </p:txBody>
      </p:sp>
      <p:sp>
        <p:nvSpPr>
          <p:cNvPr id="6" name="Accent Block 25"/>
          <p:cNvSpPr/>
          <p:nvPr/>
        </p:nvSpPr>
        <p:spPr>
          <a:xfrm>
            <a:off x="8120000" y="620000"/>
            <a:ext cx="450000" cy="45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 2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28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Accent Bar 26"/>
          <p:cNvSpPr/>
          <p:nvPr/>
        </p:nvSpPr>
        <p:spPr>
          <a:xfrm>
            <a:off x="1200000" y="2500000"/>
            <a:ext cx="6744000" cy="80000"/>
          </a:xfrm>
          <a:prstGeom prst="rect">
            <a:avLst/>
          </a:prstGeom>
          <a:solidFill>
            <a:srgbClr val="64D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26"/>
          <p:cNvSpPr txBox="1"/>
          <p:nvPr/>
        </p:nvSpPr>
        <p:spPr>
          <a:xfrm>
            <a:off x="1200000" y="1800000"/>
            <a:ext cx="6744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3600" b="1">
                <a:solidFill>
                  <a:srgbClr val="F8FAFC"/>
                </a:solidFill>
              </a:rPr>
              <a:t>Thank You</a:t>
            </a:r>
            <a:endParaRPr lang="en-US" sz="3600"/>
          </a:p>
        </p:txBody>
      </p:sp>
      <p:sp>
        <p:nvSpPr>
          <p:cNvPr id="4" name="Subtitle 26"/>
          <p:cNvSpPr txBox="1"/>
          <p:nvPr/>
        </p:nvSpPr>
        <p:spPr>
          <a:xfrm>
            <a:off x="1200000" y="2850000"/>
            <a:ext cx="6744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en-US" sz="2200">
                <a:solidFill>
                  <a:srgbClr val="CBD5E1"/>
                </a:solidFill>
              </a:rPr>
              <a:t>Any Questions?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me Analyzer Modern Theme">
  <a:themeElements>
    <a:clrScheme name="Dark Resume">
      <a:dk1>
        <a:srgbClr val="0B1020"/>
      </a:dk1>
      <a:lt1>
        <a:srgbClr val="F8FAFC"/>
      </a:lt1>
      <a:dk2>
        <a:srgbClr val="182848"/>
      </a:dk2>
      <a:lt2>
        <a:srgbClr val="CBD5E1"/>
      </a:lt2>
      <a:accent1>
        <a:srgbClr val="64D2FF"/>
      </a:accent1>
      <a:accent2>
        <a:srgbClr val="A78BFA"/>
      </a:accent2>
      <a:accent3>
        <a:srgbClr val="38BDF8"/>
      </a:accent3>
      <a:accent4>
        <a:srgbClr val="22C55E"/>
      </a:accent4>
      <a:accent5>
        <a:srgbClr val="F59E0B"/>
      </a:accent5>
      <a:accent6>
        <a:srgbClr val="EF4444"/>
      </a:accent6>
      <a:hlink>
        <a:srgbClr val="64D2FF"/>
      </a:hlink>
      <a:folHlink>
        <a:srgbClr val="A78BFA"/>
      </a:folHlink>
    </a:clrScheme>
    <a:fontScheme name="Modern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Modern">
      <a:fillStyleLst>
        <a:solidFill>
          <a:schemeClr val="lt1"/>
        </a:solidFill>
      </a:fillStyleLst>
      <a:lnStyleLst>
        <a:ln w="9525"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Resume Analyzer Pro Modern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Analyzer Pro Modern Presentation</dc:title>
  <dc:subject>Modern major project PPT</dc:subject>
  <dc:creator>Codex</dc:creator>
  <cp:lastModifiedBy>Codex</cp:lastModifiedBy>
  <dcterms:created xsi:type="dcterms:W3CDTF">2026-04-19T12:18:34Z</dcterms:created>
  <dcterms:modified xsi:type="dcterms:W3CDTF">2026-04-19T12:18:34Z</dcterms:modified>
</cp:coreProperties>
</file>